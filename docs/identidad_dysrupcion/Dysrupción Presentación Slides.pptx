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0ea8ce05f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0ea8ce05f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0ea8ce05f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0ea8ce05f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ea8ce05f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ea8ce05f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0ea8ce05f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0ea8ce05f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0ea8ce05f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0ea8ce05f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0ea8ce05f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0ea8ce05f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0ea8ce05f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0ea8ce05f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8246" y="1747700"/>
            <a:ext cx="1447525" cy="164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8238" y="1747713"/>
            <a:ext cx="1447525" cy="164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" y="4677450"/>
            <a:ext cx="1247776" cy="46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4">
            <a:alphaModFix amt="14000"/>
          </a:blip>
          <a:srcRect b="0" l="0" r="7459" t="0"/>
          <a:stretch/>
        </p:blipFill>
        <p:spPr>
          <a:xfrm>
            <a:off x="7607750" y="0"/>
            <a:ext cx="153625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" y="4677450"/>
            <a:ext cx="1247776" cy="46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/>
          <p:cNvPicPr preferRelativeResize="0"/>
          <p:nvPr/>
        </p:nvPicPr>
        <p:blipFill rotWithShape="1">
          <a:blip r:embed="rId4">
            <a:alphaModFix amt="14000"/>
          </a:blip>
          <a:srcRect b="0" l="0" r="7459" t="0"/>
          <a:stretch/>
        </p:blipFill>
        <p:spPr>
          <a:xfrm>
            <a:off x="7607750" y="0"/>
            <a:ext cx="1536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966" y="219075"/>
            <a:ext cx="887175" cy="101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25" y="4677450"/>
            <a:ext cx="1247776" cy="46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3655" y="0"/>
            <a:ext cx="270034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" y="4677450"/>
            <a:ext cx="1247776" cy="46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3655" y="0"/>
            <a:ext cx="270034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25" y="4677450"/>
            <a:ext cx="1247776" cy="46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25" y="4677450"/>
            <a:ext cx="1247776" cy="46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966" y="219075"/>
            <a:ext cx="887175" cy="101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